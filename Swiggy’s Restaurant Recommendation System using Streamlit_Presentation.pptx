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3" r:id="rId4"/>
    <p:sldId id="257" r:id="rId5"/>
    <p:sldId id="262" r:id="rId6"/>
    <p:sldId id="261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135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365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566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476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758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481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769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952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368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026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904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2/22/2026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63175-2C37-C261-61AD-19E95C20C2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Swiggy’s Restaurant Recommendation System using Streamlit 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581C53-14B7-5CEF-E4BF-DFAB450A89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MUKESH KANNAN 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1630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4E4FD-4499-3595-C5EC-0184E280C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CC545-8A83-5467-A8EE-C22189BE3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Swiggy has over 140,000+ restaurants. Users often face "Choice Paralysis"—too many options make it hard to decide.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a lightweight, fast, and accurate recommendation engine that filters by city, cuisine, and budget.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516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01671-68B0-BD24-9F64-76C713F19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5ED8B4-6BF4-4F99-6F03-7953CB2673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10515600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Source: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Swiggy Dataset (City, Cuisine, Rating, Cost, Link).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Workflow: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Handling missing values and formatting currency.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One-Hot Encoding for categorical data.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Engine: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Cosine Similarity matrix calculation.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UI: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Streamlit Dashboard.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865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FFC17-DFB2-A03C-302D-795B7D450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&amp; Feature Engineering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31EA6BF-9F9E-D0BB-E1AA-85403EA96E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96394"/>
            <a:ext cx="10937240" cy="2241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Removing duplicates and handling the "--" ratings.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Sampling: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Optimized the dataset to 20,000 records for high-speed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Vectorization: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Converted text data (Cities/Cuisines) into numerical vectors using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One-Hot Encoding.</a:t>
            </a:r>
          </a:p>
        </p:txBody>
      </p:sp>
    </p:spTree>
    <p:extLst>
      <p:ext uri="{BB962C8B-B14F-4D97-AF65-F5344CB8AC3E}">
        <p14:creationId xmlns:p14="http://schemas.microsoft.com/office/powerpoint/2010/main" val="2590114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6CFFF-CC37-3292-45DF-C3CF4E1A1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Recommendation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E4B96-51A1-6D58-DE02-F8253A5E7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Content-Based Filtering.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recommends restaurants that are mathematically "closest" to the user's selected preferences.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255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7D8A7-344F-3AC4-C7C8-1888D508A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of the App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E4162B-976E-DB8A-AD1D-F6733DBA16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9940" y="1912435"/>
            <a:ext cx="10612120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City-Specific Filtering: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Users only see cuisines available in their selected city.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Budget Slider: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Real-time filtering based on the "Cost for Two."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Direct Action: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Integrated "Order Now" buttons that link directly to Swiggy’s live website.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Speed: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Cached data loading for near-instant results.</a:t>
            </a:r>
          </a:p>
        </p:txBody>
      </p:sp>
    </p:spTree>
    <p:extLst>
      <p:ext uri="{BB962C8B-B14F-4D97-AF65-F5344CB8AC3E}">
        <p14:creationId xmlns:p14="http://schemas.microsoft.com/office/powerpoint/2010/main" val="4221001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88625-D8BC-5662-E000-0AE418848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/>
              <a:t>Results &amp; Screenshots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F92E4-85FF-F170-F0C9-CEA5D31C1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Flow: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 City → Select Cuisine → Adjust Budget → View Top 5 Matches.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3F692-F979-5DE6-1AC7-FEBE9A0832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56" y="3140971"/>
            <a:ext cx="3067664" cy="17206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13FF6D-ECB4-AEBB-3663-B11B3439F1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576" y="3140970"/>
            <a:ext cx="3207772" cy="17206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EB1EB4-BAD7-68AD-193A-E0C75302FC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6704" y="3140968"/>
            <a:ext cx="3502740" cy="1720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986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64CC8-9135-4DA2-D255-32267F034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F864A-D540-58A5-B4A0-591D8985B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362123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Gradient</Template>
  <TotalTime>19</TotalTime>
  <Words>264</Words>
  <Application>Microsoft Office PowerPoint</Application>
  <PresentationFormat>Widescreen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Times New Roman</vt:lpstr>
      <vt:lpstr>Univers</vt:lpstr>
      <vt:lpstr>GradientVTI</vt:lpstr>
      <vt:lpstr>Swiggy’s Restaurant Recommendation System using Streamlit </vt:lpstr>
      <vt:lpstr>The Problem Statement</vt:lpstr>
      <vt:lpstr>System Architecture </vt:lpstr>
      <vt:lpstr>Data Preprocessing &amp; Feature Engineering</vt:lpstr>
      <vt:lpstr>The Recommendation Logic</vt:lpstr>
      <vt:lpstr>Key Features of the App</vt:lpstr>
      <vt:lpstr>Results &amp; Screenshots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S.MUKESH KANNAN</dc:creator>
  <cp:lastModifiedBy>S.MUKESH KANNAN</cp:lastModifiedBy>
  <cp:revision>1</cp:revision>
  <dcterms:created xsi:type="dcterms:W3CDTF">2026-02-22T13:31:00Z</dcterms:created>
  <dcterms:modified xsi:type="dcterms:W3CDTF">2026-02-22T13:50:35Z</dcterms:modified>
</cp:coreProperties>
</file>